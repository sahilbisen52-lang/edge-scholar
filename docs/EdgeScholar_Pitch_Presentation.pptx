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QUALCOMM SNAPDRAGON AI LAB BUILD &amp; PRESENT CHALLENGE 2026  |  SLIDE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EdgeScholar: Private On-Device AI Study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Track: On-Device AI Optimized for Snapdragon-Powered HP PCs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728655" cy="3291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101800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Core Mission: Bring high-performance, verifiable AI learning directly to student PCs.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100% Offline-First Architecture: Documents and personal notes never leave the local device.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Snapdragon NPU Accelerated: Leverages Qualcomm Hexagon NPU via Qualcomm AI Hub models.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Participant Solely Owned: MIT Licensed, independent student project built from scratch.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5943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★  Target Hardware: HP OmniBook X &amp; HP OmniBook Ultra (Snapdragon® X Elite / Plus)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PROBLEM STATEMENT &amp; MARKET NEED  |  SLIDE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Student Cloud Dilemma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Why cloud-based AI tools (ChatGPT, Claude, NotebookLM) fail students daily: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728655" cy="3291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101800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Privacy &amp; IP Exposure: Uploading proprietary syllabi, research drafts, and exam notes risks leakage.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Connectivity Dead Zones: Library basements, campus Wi-Fi throttles, and transit break cloud workflows.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Cost Exclusion: $20+/month subscription paywalls exclude millions of students worldwide.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Ungrounded Hallucinations: Generic chatbots fabricate answers without verifiable page citations.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5943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★  Students need guaranteed privacy, zero recurring fees, and 100% offline reliability.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CORE PRODUCT VALUE PROPOSITION  |  SLIDE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EdgeScholar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A humanistic, distraction-free Study Desk studio running locally on Snapdragon PCs: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728655" cy="3291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101800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Zero Cloud Leakage: Ingestion, embeddings, vector indexing, and generation run 100% on-device.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Verifiable Margin Citations: Every answer references the exact source document filename and page.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All-in-One Academic Studio: Natural dialogue, active recall flashcards, self-quizzes, and chapter notes.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Real-Time Lecture Audio: Local 16kHz WAV recording and Whisper speech transcription.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5943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★  Private • Local • Instant • Powered by Snapdragon Hexagon NPU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TECHNICAL IMPLEMENTATION (CRITERION 1 — TOP TIE-BREAKER)  |  SLIDE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 &amp; Local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Engineered with a modular, production-ready on-device RAG stack: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728655" cy="3291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101800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Native Desktop UI: Built in PySide6 (Qt6) with asynchronous thread workers for 60 FPS responsiveness.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Page-Preserving Parser: PyMuPDF extracts text while strictly tracking physical book page numbers.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Overlapping Token Chunker: 400-token sliding window with SHA-256 metadata hash integrity.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FAISS Vector Store: Dense 384D IndexFlatIP executing inner-product cosine similarity search in &lt;5ms.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Prompt Injection Defense: Delimiter quarantine fencing isolates textbook text from instructions.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5943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★  Multi-Provider Engine: Native Qualcomm QNN, ONNX Runtime, llama.cpp, and Mock fallbacks.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HARDWARE ACCELERATION &amp; MODEL INTEGRATION  |  SLIDE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Qualcomm AI Hub &amp; Snapdragon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Natively workflows with curated models from Qualcomm AI Hub (aihub.qualcomm.com):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728655" cy="3291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101800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Llama 3.2 3B Instruct: w4a16 INT4 quantized for Qualcomm QNN / ONNX Runtime NPU execution.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Whisper Base English: Compiled for Qualcomm Hexagon NPU for zero-latency offline speech-to-text.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All-MiniLM-L6-v2: Dense embeddings optimized for Hexagon NPU &amp; Snapdragon ARM64 CPU.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Honest Hardware Engine: Conservative status reporting (Verified vs Detected vs Emulated) with zero fake TOPS.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5943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★  Sub-millisecond semantic search with 45 TOPS Hexagon NPU power-efficient inference.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APPLICATION USE CASE &amp; INNOVATION (CRITERION 2)  |  SLIDE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Interactive Study Desk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Tactile, editorial interface designed to maximize active learning and student recall: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728655" cy="3291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101800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'My Shelf' Library: Instant access to multi-hundred page textbooks, papers, and lecture notes.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Page-Citing Dialogue: Interactive badges [Sample_OS.txt, Page 2] jump directly to source context.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Interactive Self-Quiz Studio: Generates 4-choice questions with answer keys and pedagogical rationales.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Spaced Repetition Flashcards: Digital flip cards with front prompt and back answer for rapid exam drill.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Structured Chapter Summaries: Automated synthesis of Key Concepts, Formulas, and Exam Takeaways.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5943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★  Humanistic 'Anti-AI' UI inspired by Bear &amp; Craft — zero robotic clutter, pure focus.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DATA SOVEREIGNTY &amp; THREAT MODEL  |  SLIDE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Privacy Architecture &amp; Security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Defense-in-depth protection ensuring absolute student privacy: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728655" cy="3291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101800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Enforced NetworkGuard: Software-level interception strictly gating and blocking all outbound web traffic.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Local SQLite Persistence: Encapsulates document chunks, question metrics, and session states locally.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File Security &amp; Boundary Checking: Rejects path traversal attempts and enforces &lt;100MB file limits.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One-Click Full Purge: Complete deletion manager shreds all local vector indexes and cached data on demand.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5943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★  Zero Telemetry • Zero Cloud Logged Tokens • Complete Student Data Ownership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DEPLOYMENT &amp; ACCESSIBILITY (CRITERION 3)  |  SLIDE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Deployment, Accessibility &amp; Judging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Frictionless setup built for Snapdragon-powered HP PCs with cross-platform fallback: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728655" cy="3291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101800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Target Deployment: Windows 11 ARM64 on HP OmniBook X / HP OmniBook Ultra.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Universal Judging Compatibility: Auto-detects macOS, Linux, and Windows to guarantee flawless evaluation.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Pre-Seeded Academic Fixtures: Comes pre-loaded with Operating Systems, Discrete Math, and Python notes.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Single Command Execution: 'python -m app.main' runs out of the box with zero cloud API keys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5943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★  Ready for evaluators to test immediately without configuring keys or uploading files.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SYSTEM RELIABILITY &amp; BENCHMARKS (CRITERION 4)  |  SLIDE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Rigorous Verification &amp; Test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Every subsystem and functional pipeline has been audited and validated: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728655" cy="3291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101800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20 / 20 Subsystems Verified: End-to-end audit passed cleanly (scripts/verify_all_features.py).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31 / 31 Unit &amp; Integration Tests: 100% green test suite in pytest executing in 4.19 seconds.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17 / 17 Installation Dependencies: PySide6, PyMuPDF, FAISS, sentence-transformers all validated.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Real Hardware Instrumentation: High-resolution timers (time.perf_counter()) measuring genuine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5943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★  Audit Score: 100% Verified Operational • Zero Synthesized Benchmarks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CONCLUSION &amp; SUBMISSION SUMMARY  |  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Why EdgeScholar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The definitive on-device AI copilot for Snapdragon-powered HP PCs: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728655" cy="3291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101800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Exact Match to Guidelines: Specifically architected for Snapdragon HP PCs using Qualcomm AI Hub.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Top Score in Tie-Breaker: Production RAG, QNN NPU abstraction, FAISS indexing, and prompt fencing.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Tangible Student Impact: Frees students from subscriptions ($240/yr saved) and protects research IP.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• Public Code &amp; Live Repository: https://github.com/sahilbisen52-lang/edge-scholar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5943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79008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★  EdgeScholar turns Snapdragon-powered HP PCs into an invincible, private study sanctuary.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